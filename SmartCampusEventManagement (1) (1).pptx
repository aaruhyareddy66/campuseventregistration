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creenshot1.jpe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creenshot2.jpe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creenshot3.jpe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screenshot4.jpe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 xml:space="preserve"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26-04-2026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 xml:space="preserve">M.V.Aaruhya Reddy –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VTU25078 – 23UECS1124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Dr.ANGELINE LYDIA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11 – Sustainable Cities &amp; Communities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Campus event management is a critical function for educational institutions of all sizes.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Manual event coordination leads to communication gaps, missed registrations, and poor attendance tracking.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Smart Campus Event Management System is a web-based application built using Java Full Stack technologies (Spring Boot).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 system provides a student-facing event portal and an admin panel for creating and managing campus events.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It supports event registration with student details, admin login, event listing by type, and capacity tracking.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Aligned with SDG 11 – Sustainable Cities &amp; Communities, the project promotes digital transformation in campus administration.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Most colleges still manage events using paper forms, WhatsApp groups, or spreadsheets – leading to errors and missed registrations.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Students have no centralized platform to discover and register for upcoming workshops, seminars, or cultural events in real time.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Without an automated system, event organizers cannot track attendance counts or enforce seat capacity limits effectively.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There is no dedicated admin interface to create, edit, or delete events with secure authentication and role separation.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 need exists for a reliable, web-based, full-stack event management solution that automates campus event coordination with a user-friendly portal.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To design and develop a web-based Smart Campus Event Management System using Java Full Stack (Spring Boot) that enables real-time event discovery and registration.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implement an admin panel with secure login for creating, editing, and deleting campus events with department-wise categorization and capacity control.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improve student engagement by replacing manual coordination with an automated, category-based event listing system with persistent database storage.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evaluate the system's performance in terms of usability, registration accuracy, and capacity tracking across multiple event types and departments.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Smart Campus Event Management System is a full-stack web application providing a centralized portal for students to discover and register for campus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Events are organized by type (Workshop, Seminar, Cultural, Sports) and department (CSE, IT, ALL) with date, venue, and capacity details.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Admin panel with secure authentication allows creating, editing, and deleting events with full CRUD operations via Spring Boot REST API.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Student registration form collects Full Name, Email, and Roll Number, with instant success confirmation and capacity enforcement.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uses Spring Boot with JPA and MySQL/H2 database for persistent event and registration data with full relational storage.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Eliminates manual coordination errors, provides instant registration confirmation, and reduces overhead for campus event organizers.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System Architecture – Smart Campus Event Management System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Input: Event details (title, description, date, dept, venue, type, capacity) and Student registration (Name, Email, Roll No).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Processing: Spring Boot REST API handles event CRUD, registration validation, capacity enforcement, and admin authentication.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Database: MySQL / H2 Database via Spring Data JPA stores events and registrations persistently with entity relationships.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Output: Student event portal, event detail with registration form, admin dashboard for event management, success/error alerts.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Workflow – Smart Campus Event Management System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Step 1 – Student visits Events Portal: All upcoming campus events are listed with name, date, department, venue, and type badge.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Step 2 – Browse &amp; Select Event: Student clicks on an event to view full details including capacity, description, and registration form.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Step 3 – Register for Event: Student fills in Full Name, Email, and Roll Number on the event detail page and clicks Register Now.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Step 4 – Confirmation Shown: System validates input, checks capacity, saves registration, and shows success confirmation message.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Step 5 – Admin Manages Events: Admin logs in (admin/admin123), creates/edits/deletes events through secure admin dashboard.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 HTML5, CSS3, JavaScript – Responsive UI with event cards, registration forms, type badges, and navigation.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Backend: Java + Spring Boot – REST APIs for event management and student registration with Spring MVC and Spring Data JPA.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Database: MySQL / H2 Database – Persistent storage for events and registrations via Spring Data JPA entity relationships.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Tools: IntelliJ IDEA / VS Code (Editor), Postman (API Testing), Git (Version Control), GitHub (Repository Hosting).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Requirements: Java 17+, Maven, MySQL, Any modern browser (Chrome/Edge/Firefox), OS: Windows/Linux/macOS, RAM: 4GB+.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Smart Campus Event Management System – Module Description</a:t>
            </a:r>
          </a:p>
          <a:p>
            <a:endParaRPr lang="en-IN" sz="2800" b="1" dirty="0"/>
          </a:p>
          <a:p>
            <a:r>
              <a:rPr lang="en-IN" sz="2800" b="1" dirty="0"/>
              <a:t>Module 1: Event Listing Module</a:t>
            </a:r>
          </a:p>
          <a:p>
            <a:r>
              <a:rPr lang="en-IN" sz="2800" dirty="0"/>
              <a:t>Displays all upcoming campus events with event name, type badge (Workshop/Seminar/Cultural), date, department, venue, and description for student browsing.</a:t>
            </a:r>
          </a:p>
          <a:p>
            <a:r>
              <a:rPr lang="en-IN" sz="2800" b="1" dirty="0"/>
              <a:t>Module 2: Event Detail &amp; Registration Module</a:t>
            </a:r>
          </a:p>
          <a:p>
            <a:r>
              <a:rPr lang="en-IN" sz="2800" dirty="0"/>
              <a:t>Shows complete event details including capacity. Provides a registration form collecting Full Name, Email, and Roll Number with success confirmation on submit.</a:t>
            </a:r>
          </a:p>
          <a:p>
            <a:r>
              <a:rPr lang="en-IN" sz="2800" b="1" dirty="0"/>
              <a:t>Module 3: Admin Authentication Module</a:t>
            </a:r>
          </a:p>
          <a:p>
            <a:r>
              <a:rPr lang="en-IN" sz="2800" dirty="0"/>
              <a:t>Secure admin login with username/password (default: admin/admin123). Grants access to admin dashboard for full event management operations.</a:t>
            </a:r>
          </a:p>
          <a:p>
            <a:r>
              <a:rPr lang="en-IN" sz="2800" b="1" dirty="0"/>
              <a:t>Module 4: Event Management (CRUD) Module</a:t>
            </a:r>
          </a:p>
          <a:p>
            <a:r>
              <a:rPr lang="en-IN" sz="2800" dirty="0"/>
              <a:t>Admin can create new events with all details, edit existing events, and delete completed or cancelled events through a secure admin-only interface.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1100000"/>
            <a:ext cx="8229600" cy="4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200" b="1" dirty="0"/>
              <a:t>Screenshot 1: Upcoming Campus Events – Student Event Listing Page</a:t>
            </a:r>
          </a:p>
          <a:p>
            <a:r>
              <a:rPr lang="en-US" sz="1800" dirty="0"/>
              <a:t>The Events Portal displays all upcoming campus events with type badges (Workshop, Seminar, Cultural), dates, departments, and venues.</a:t>
            </a:r>
          </a:p>
        </p:txBody>
      </p:sp>
      <p:pic>
        <p:nvPicPr>
          <p:cNvPr id="101" name="Screensho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00000"/>
            <a:ext cx="86868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1100000"/>
            <a:ext cx="8229600" cy="4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200" b="1" dirty="0"/>
              <a:t>Screenshot 2: Event Detail Page – Spring Boot Workshop Registration Form</a:t>
            </a:r>
          </a:p>
          <a:p>
            <a:r>
              <a:rPr lang="en-US" sz="1800" dirty="0"/>
              <a:t>Event detail page shows all event info (date, dept, type, venue, capacity) with a student registration form for Full Name, Email, and Roll Number.</a:t>
            </a:r>
          </a:p>
        </p:txBody>
      </p:sp>
      <p:pic>
        <p:nvPicPr>
          <p:cNvPr id="1011" name="Screenshot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00000"/>
            <a:ext cx="86868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4" name="TextBox 43"/>
          <p:cNvSpPr txBox="1"/>
          <p:nvPr/>
        </p:nvSpPr>
        <p:spPr>
          <a:xfrm>
            <a:off x="457200" y="1100000"/>
            <a:ext cx="8229600" cy="4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200" b="1" dirty="0"/>
              <a:t>Screenshot 3: Registration Success – Confirmation Message Displayed</a:t>
            </a:r>
          </a:p>
          <a:p>
            <a:r>
              <a:rPr lang="en-US" sz="1800" dirty="0"/>
              <a:t>After successful registration, the system displays a green confirmation banner: "You have successfully registered for this event!"</a:t>
            </a:r>
          </a:p>
        </p:txBody>
      </p:sp>
      <p:pic>
        <p:nvPicPr>
          <p:cNvPr id="3012" name="Screenshot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00000"/>
            <a:ext cx="86868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4" name="TextBox 43"/>
          <p:cNvSpPr txBox="1"/>
          <p:nvPr/>
        </p:nvSpPr>
        <p:spPr>
          <a:xfrm>
            <a:off x="457200" y="1100000"/>
            <a:ext cx="8229600" cy="4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200" b="1" dirty="0"/>
              <a:t>Screenshot 4: Admin Login Panel – Secure Admin Authentication Page</a:t>
            </a:r>
          </a:p>
          <a:p>
            <a:r>
              <a:rPr lang="en-US" sz="1800" dirty="0"/>
              <a:t>Admin login panel provides secure authentication (admin/admin123). Grants access to the event management dashboard for full CRUD operations.</a:t>
            </a:r>
          </a:p>
        </p:txBody>
      </p:sp>
      <p:pic>
        <p:nvPicPr>
          <p:cNvPr id="3013" name="Screenshot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00000"/>
            <a:ext cx="86868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AdvantagesBox"/>
          <p:cNvSpPr txBox="1"/>
          <p:nvPr/>
        </p:nvSpPr>
        <p:spPr>
          <a:xfrm>
            <a:off x="457200" y="1400000"/>
            <a:ext cx="86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006633"/>
                </a:solidFill>
              </a:rPr>
              <a:t>ADVANTAGES</a:t>
            </a:r>
          </a:p>
          <a:p>
            <a:pPr marL="457200" indent="-457200">
              <a:buChar char="✓"/>
            </a:pPr>
            <a:r>
              <a:rPr lang="en-US" sz="2200" dirty="0"/>
              <a:t>Centralized event portal – students discover and register for all campus events from one place with no manual coordination.</a:t>
            </a:r>
          </a:p>
          <a:p>
            <a:pPr marL="457200" indent="-457200">
              <a:buChar char="✓"/>
            </a:pPr>
            <a:r>
              <a:rPr lang="en-US" sz="2200" dirty="0"/>
              <a:t>Secure admin panel with authentication – only authorized admins can create, edit, or delete events from the system.</a:t>
            </a:r>
          </a:p>
          <a:p>
            <a:pPr marL="457200" indent="-457200">
              <a:buChar char="✓"/>
            </a:pPr>
            <a:r>
              <a:rPr lang="en-US" sz="2200" dirty="0"/>
              <a:t>Real-time registration confirmation with capacity enforcement prevents overbooking at any campus event.</a:t>
            </a:r>
          </a:p>
          <a:p>
            <a:pPr marL="457200" indent="-457200">
              <a:buChar char="✓"/>
            </a:pPr>
            <a:r>
              <a:rPr lang="en-US" sz="2200" dirty="0"/>
              <a:t>Multi-type event support (Workshop, Seminar, Cultural, Sports) with department-wise categorization for all students.</a:t>
            </a:r>
          </a:p>
          <a:p>
            <a:pPr marL="457200" indent="-457200">
              <a:buChar char="✓"/>
            </a:pPr>
            <a:r>
              <a:rPr lang="en-US" sz="2200" dirty="0"/>
              <a:t>Lightweight, responsive UI – works on any modern browser with clean card-based event listing and intuitive navigation.</a:t>
            </a:r>
          </a:p>
          <a:p>
            <a:endParaRPr lang="en-US" sz="2200" dirty="0"/>
          </a:p>
          <a:p>
            <a:r>
              <a:rPr lang="en-US" sz="2600" b="1" dirty="0">
                <a:solidFill>
                  <a:srgbClr val="C00000"/>
                </a:solidFill>
              </a:rPr>
              <a:t>LIMITATIONS</a:t>
            </a:r>
          </a:p>
          <a:p>
            <a:pPr marL="457200" indent="-457200">
              <a:buChar char="✗"/>
            </a:pPr>
            <a:r>
              <a:rPr lang="en-US" sz="2200" dirty="0"/>
              <a:t>No email notification system – registered students do not receive confirmation emails or event reminders automatically.</a:t>
            </a:r>
          </a:p>
          <a:p>
            <a:pPr marL="457200" indent="-457200">
              <a:buChar char="✗"/>
            </a:pPr>
            <a:r>
              <a:rPr lang="en-US" sz="2200" dirty="0"/>
              <a:t>No multi-user role system – all admins share the same credentials without individual admin accounts or permissions.</a:t>
            </a:r>
          </a:p>
          <a:p>
            <a:pPr marL="457200" indent="-457200">
              <a:buChar char="✗"/>
            </a:pPr>
            <a:r>
              <a:rPr lang="en-US" sz="2200" dirty="0"/>
              <a:t>No analytics or reporting module (event-wise attendance charts, export to PDF/Excel) available in current version.</a:t>
            </a:r>
          </a:p>
          <a:p>
            <a:pPr marL="457200" indent="-457200">
              <a:buChar char="✗"/>
            </a:pPr>
            <a:r>
              <a:rPr lang="en-US" sz="2200" dirty="0"/>
              <a:t>No search or filter feature on the student portal – students must scroll through all events to find relevant ones.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538</Words>
  <Application>Microsoft Office PowerPoint</Application>
  <PresentationFormat>Custom</PresentationFormat>
  <Paragraphs>324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Calibri</vt:lpstr>
      <vt:lpstr>Gotham</vt:lpstr>
      <vt:lpstr>Gotham Bold Italics</vt:lpstr>
      <vt:lpstr>Cambria</vt:lpstr>
      <vt:lpstr>Arial</vt:lpstr>
      <vt:lpstr>Wingdings</vt:lpstr>
      <vt:lpstr>Times New Roman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 Hemamalini</cp:lastModifiedBy>
  <cp:revision>10</cp:revision>
  <dcterms:created xsi:type="dcterms:W3CDTF">2006-08-16T00:00:00Z</dcterms:created>
  <dcterms:modified xsi:type="dcterms:W3CDTF">2026-02-27T09:19:32Z</dcterms:modified>
  <dc:identifier>DAHCaYqJ9OU</dc:identifier>
</cp:coreProperties>
</file>